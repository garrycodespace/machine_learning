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8f472bc0cb4c39" /><Relationship Type="http://schemas.openxmlformats.org/officeDocument/2006/relationships/extended-properties" Target="/docProps/app.xml" Id="Rc2e3a8a898174f2b" /><Relationship Type="http://schemas.openxmlformats.org/officeDocument/2006/relationships/officeDocument" Target="/ppt/presentation.xml" Id="R2eec4646868244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bd247797f74f15"/>
  </p:sldMasterIdLst>
  <p:notesMasterIdLst>
    <p:notesMasterId xmlns:r="http://schemas.openxmlformats.org/officeDocument/2006/relationships" r:id="R6187b6f5540a4ba5"/>
  </p:notesMasterIdLst>
  <p:sldIdLst>
    <p:sldId xmlns:r="http://schemas.openxmlformats.org/officeDocument/2006/relationships" id="256" r:id="R7a0e4b1613ab4133"/>
    <p:sldId xmlns:r="http://schemas.openxmlformats.org/officeDocument/2006/relationships" id="257" r:id="Rc7fdce39822945e3"/>
    <p:sldId xmlns:r="http://schemas.openxmlformats.org/officeDocument/2006/relationships" id="258" r:id="Rd1c2eb4188a64c00"/>
    <p:sldId xmlns:r="http://schemas.openxmlformats.org/officeDocument/2006/relationships" id="259" r:id="Rd39b12d093404eb4"/>
    <p:sldId xmlns:r="http://schemas.openxmlformats.org/officeDocument/2006/relationships" id="260" r:id="R41d5407c740045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71974d474342b2" /><Relationship Type="http://schemas.openxmlformats.org/officeDocument/2006/relationships/slideMaster" Target="/ppt/slideMasters/slideMaster1.xml" Id="R2bbd247797f74f15" /><Relationship Type="http://schemas.openxmlformats.org/officeDocument/2006/relationships/notesMaster" Target="/ppt/notesMasters/notesMaster1.xml" Id="R6187b6f5540a4ba5" /><Relationship Type="http://schemas.openxmlformats.org/officeDocument/2006/relationships/presProps" Target="/ppt/presProps.xml" Id="R6cf5855708b3470a" /><Relationship Type="http://schemas.openxmlformats.org/officeDocument/2006/relationships/viewProps" Target="/ppt/viewProps.xml" Id="Rd283257c7c97416b" /><Relationship Type="http://schemas.openxmlformats.org/officeDocument/2006/relationships/tableStyles" Target="/ppt/tableStyles.xml" Id="R3625f1b2cd8a4557" /><Relationship Type="http://schemas.openxmlformats.org/officeDocument/2006/relationships/slide" Target="/ppt/slides/slide1.xml" Id="R7a0e4b1613ab4133" /><Relationship Type="http://schemas.openxmlformats.org/officeDocument/2006/relationships/slide" Target="/ppt/slides/slide2.xml" Id="Rc7fdce39822945e3" /><Relationship Type="http://schemas.openxmlformats.org/officeDocument/2006/relationships/slide" Target="/ppt/slides/slide3.xml" Id="Rd1c2eb4188a64c00" /><Relationship Type="http://schemas.openxmlformats.org/officeDocument/2006/relationships/slide" Target="/ppt/slides/slide4.xml" Id="Rd39b12d093404eb4" /><Relationship Type="http://schemas.openxmlformats.org/officeDocument/2006/relationships/slide" Target="/ppt/slides/slide5.xml" Id="R41d5407c740045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62eee777d4f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034255b13f4863" /><Relationship Type="http://schemas.openxmlformats.org/officeDocument/2006/relationships/notesMaster" Target="/ppt/notesMasters/notesMaster1.xml" Id="R090e94f8acdc46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699efbdbdd4df9" /><Relationship Type="http://schemas.openxmlformats.org/officeDocument/2006/relationships/notesMaster" Target="/ppt/notesMasters/notesMaster1.xml" Id="R93de051c731549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9726bf47cd47ff" /><Relationship Type="http://schemas.openxmlformats.org/officeDocument/2006/relationships/notesMaster" Target="/ppt/notesMasters/notesMaster1.xml" Id="Rb79ffe26ff4f41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c46b87d2324f5e" /><Relationship Type="http://schemas.openxmlformats.org/officeDocument/2006/relationships/notesMaster" Target="/ppt/notesMasters/notesMaster1.xml" Id="R30c339051045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5c987b672d454e" /><Relationship Type="http://schemas.openxmlformats.org/officeDocument/2006/relationships/notesMaster" Target="/ppt/notesMasters/notesMaster1.xml" Id="Rec8cec0ec1a2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d0d846a6245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c50ad829b044d9" /><Relationship Type="http://schemas.openxmlformats.org/officeDocument/2006/relationships/slideLayout" Target="/ppt/slideLayouts/slideLayout1.xml" Id="R1c15bfd1e10f46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15bfd1e10f46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323f2d8f54e4b" /><Relationship Type="http://schemas.openxmlformats.org/officeDocument/2006/relationships/notesSlide" Target="/ppt/notesSlides/notesSlide1.xml" Id="Rab37f141052a42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c3f49123c404a" /><Relationship Type="http://schemas.openxmlformats.org/officeDocument/2006/relationships/notesSlide" Target="/ppt/notesSlides/notesSlide2.xml" Id="R90d62472c89849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d873d11f84750" /><Relationship Type="http://schemas.openxmlformats.org/officeDocument/2006/relationships/notesSlide" Target="/ppt/notesSlides/notesSlide3.xml" Id="Rb753feb427f84b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54955d7b044b2" /><Relationship Type="http://schemas.openxmlformats.org/officeDocument/2006/relationships/notesSlide" Target="/ppt/notesSlides/notesSlide4.xml" Id="R7082a7970d814c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48a56ff4a4c32" /><Relationship Type="http://schemas.openxmlformats.org/officeDocument/2006/relationships/notesSlide" Target="/ppt/notesSlides/notesSlide5.xml" Id="R451bab4b1b8e48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08B466-D8FA-495D-9900-A7D55723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37179A2E-E796-41C2-A275-A25B490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F523B006-1CD7-450A-84D6-ED10E1CC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PASSION TOPIC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41E43-7618-4E08-AF80-D5261970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7D14B-A21E-499F-9875-DE9D9A1B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1A1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1B5"/>
                </a:solidFill>
                <a:latin typeface="Aptos"/>
                <a:ea typeface="Aptos"/>
                <a:cs typeface="Aptos"/>
              </a:rPr>
              <a:t>Neural networks /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83A81-C582-4285-A342-1D288B3A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381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Neural networks turn messy signals into engineering insight.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76C14-6268-4D61-836E-841A0BD7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581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What excites me is the practical loop: collect data, learn patterns, test the output, then improve the system. It feels like engineering because the model has to earn trust in the real world.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27935-49CF-4F43-9253-0B2114BE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7A5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7A59"/>
                </a:solidFill>
                <a:latin typeface="Aptos Mono"/>
                <a:ea typeface="Aptos Mono"/>
                <a:cs typeface="Aptos Mono"/>
              </a:rPr>
              <a:t>3-minute technical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6F3D5-2403-4EE3-96D7-0BAC7B89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001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F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sensor data</a:t>
            </a:r>
          </a:p>
          <a:p xmlns:a="http://schemas.openxmlformats.org/drawingml/2006/main">
            <a:pPr algn="ctr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images</a:t>
            </a:r>
          </a:p>
          <a:p xmlns:a="http://schemas.openxmlformats.org/drawingml/2006/main">
            <a:pPr algn="ctr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measurements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244A2-202A-4878-8F8B-F7D63441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14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rPr>
              <a:t>raw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08D61-97A1-4C6A-8A6D-DC2135CE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383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3439C-9E2B-4D1A-8BB2-CC46DCAE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86D35-BBCD-45ED-B232-D431BB12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B96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features</a:t>
            </a:r>
          </a:p>
          <a:p xmlns:a="http://schemas.openxmlformats.org/drawingml/2006/main">
            <a:pPr algn="ctr">
              <a:defRPr sz="1500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weights</a:t>
            </a:r>
          </a:p>
          <a:p xmlns:a="http://schemas.openxmlformats.org/drawingml/2006/main">
            <a:pPr algn="ctr">
              <a:defRPr sz="1500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representations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896A4-F5DE-41E9-8014-AE19E071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learned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F52EC-D4E7-444C-B834-BFBD3B6D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909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8C39D-CC65-403E-9DB3-C11AF92B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0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D9537-2353-44FE-9F0D-A97A0338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F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forecast</a:t>
            </a:r>
          </a:p>
          <a:p xmlns:a="http://schemas.openxmlformats.org/drawingml/2006/main">
            <a:pPr algn="ctr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classification</a:t>
            </a:r>
          </a:p>
          <a:p xmlns:a="http://schemas.openxmlformats.org/drawingml/2006/main">
            <a:pPr algn="ctr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0286C-A013-40F3-9072-F5CCB76F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195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9FEFD-36C1-4618-9748-9A81F4D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578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My angle: not magic, not just maths. A neural network is a structured way to learn from evidence.</a:t>
            </a:r>
          </a:p>
        </p:txBody>
      </p:sp>
    </p:spTree>
    <p:extLst>
      <p:ext uri="{BB962C8B-B14F-4D97-AF65-F5344CB8AC3E}">
        <p14:creationId xmlns:p14="http://schemas.microsoft.com/office/powerpoint/2010/main" val="9728505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86EBE-F034-4679-BC26-91721EB0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F968B4D3-AE8B-423D-AB94-BB7502F9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C1D150D3-483A-440D-9754-CECB6334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REPRESENTATION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78C02-5426-4CC6-9AF6-7A4D64F6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8B02B-3711-42C0-826D-3E662520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1A1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1B5"/>
                </a:solidFill>
                <a:latin typeface="Aptos"/>
                <a:ea typeface="Aptos"/>
                <a:cs typeface="Aptos"/>
              </a:rPr>
              <a:t>Neural networks /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E08C0-7250-48A3-9808-A325C2D8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A neural network is layers of weighted connections, not a single graph.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56B5A-35B5-476A-A989-F36EAFF3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Information moves forward through neurons. Training changes the connection weights so the final output gets closer to the target.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C5CAB-7B59-4B8B-816F-96D2D04E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428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F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FFA3A-7088-4B9B-ABC1-AE31136E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one layer in linear algebra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9CB07-D620-4F75-B8D9-4AF1DCCB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z = W x + b   →   a = σ(z)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0270B-1BDC-443A-A36D-C27B69F5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43250"/>
            <a:ext cx="6667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33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158F1-D7BC-4764-BC48-28663E60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dense weighted connections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37AB5-F9BD-47F5-9AE5-4A80B379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rPr>
              <a:t>input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39309-A458-4EEB-9D49-30FEF078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EA438-0A0F-4678-A97A-A0E2331C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86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C6048-7FA6-4EB6-85DC-550FBC98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86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2B550-EF6F-4288-919F-B6E2AE56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B1257-BA4F-433C-8F3E-4370730C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57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hidden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A1657-2614-4B26-9D05-E79569E6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B96"/>
          </a:solidFill>
          <a:ln xmlns:a="http://schemas.openxmlformats.org/drawingml/2006/main" w="9525">
            <a:solidFill>
              <a:srgbClr val="2A8B9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D9F00-72C9-4AA1-B21C-F4FA6885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86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B96"/>
          </a:solidFill>
          <a:ln xmlns:a="http://schemas.openxmlformats.org/drawingml/2006/main" w="9525">
            <a:solidFill>
              <a:srgbClr val="2A8B9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3F4E6-E0C4-45C7-AE5A-38BC857B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86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B96"/>
          </a:solidFill>
          <a:ln xmlns:a="http://schemas.openxmlformats.org/drawingml/2006/main" w="9525">
            <a:solidFill>
              <a:srgbClr val="2A8B9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7C5F9-461C-4F57-8BE7-5B214964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86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B96"/>
          </a:solidFill>
          <a:ln xmlns:a="http://schemas.openxmlformats.org/drawingml/2006/main" w="9525">
            <a:solidFill>
              <a:srgbClr val="2A8B9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AA59A-59FC-4082-A7F0-FDB0972B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B96"/>
          </a:solidFill>
          <a:ln xmlns:a="http://schemas.openxmlformats.org/drawingml/2006/main" w="9525">
            <a:solidFill>
              <a:srgbClr val="2A8B9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CA156-1A8F-4E85-85B5-DE100627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86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B96"/>
          </a:solidFill>
          <a:ln xmlns:a="http://schemas.openxmlformats.org/drawingml/2006/main" w="9525">
            <a:solidFill>
              <a:srgbClr val="2A8B9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14573F-9F2F-4B1D-A65C-CB1042EC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857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hidden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4A3E2-1C3D-43EC-A88A-036E784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86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918015-A905-4961-8567-82224CC3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86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DEA84E-3A89-4030-9581-5E3281D0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4C9FA1-28BE-413E-9098-05906A1B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86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3B3DA2-B576-4A72-8633-90A2578D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86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85D6EF-254E-438B-B7A4-AEF2EAA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57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outputs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7985B6-30B6-424C-93A2-37BBFA85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86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9235A9-43F0-4E80-BE6B-340C6D28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86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8C539C-4C35-400D-9632-F55CA7F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7A9689-387E-489B-92D0-EB7A8D6A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9092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AFACF5-8E30-47A7-9B3A-800FEA7B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9097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1EEDCC-09A3-474A-8AD6-09A7A48D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9102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7ADE59-C4CE-436F-A89E-24F3797B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9097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7BA3F8-7E6A-4846-833B-08AF4BD1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9102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ACBBA2-7686-4CAE-9F80-AB19977D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9107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2379AA-447B-4409-B542-7481EF11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9097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5BA737-DAA3-486A-8CDA-D40E0059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9102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A76D52-0646-46FC-A7A1-054CF6C5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9107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05798C-C1FD-4911-89CA-BE72EC06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9102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D5510A-9354-4B6A-AF25-4EE1A60F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9107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227AC8-B28F-4F19-BA5E-54DF4632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91125"/>
            <a:ext cx="1019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EB4043-717D-4CE4-BD2E-D872B124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69093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EE21B0-A2EA-4E18-8A82-F6DE425C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9098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240349-A167-4F56-87F2-46D05ED4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69093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08D169-B108-44AE-8BB5-8182BD9F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9098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2CFF3D-47C6-44FF-AA0D-882F995F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9103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2773B9-D328-4136-B290-1C952187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9098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7A317F-5E7D-481D-9CA5-BFE70606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9103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2D630F-8A8F-4DAF-A777-C8F236FD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9098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A2F120-8126-4276-BBFF-9B2AA71D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9103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76778D-BDE8-498B-8043-311DC90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89108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84E975-1F86-4377-8092-1745C49C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9103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310C49-8943-4441-A295-7D6C184B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89108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3AD7DB-B4DA-4BE9-AEF6-D24C6097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9103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ADABE1-2DCD-4273-8DB1-BE70C596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89108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A1ADAF-8420-4E94-8526-507B07DD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291138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6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6054DB-CF3B-4E14-B952-D9D1D0A4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909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F5DF83-D907-413B-B74A-23D6D5C0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910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441F95-715D-4116-A7C5-DB0BF905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910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DAA40F-C166-4828-A8F9-0861078B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910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68609D-8207-472A-B53F-6F0C2ADD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910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D98446-F05B-4355-BD81-828A56A6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910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6BF871-0CE4-4295-B82B-0E8CB237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910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3CAE5C-6C24-497A-8441-239A00AB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911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3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05E1DB-7AC4-44DB-BE85-E683FFE3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670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W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E7E00A-827B-4F49-AFE9-00FA2B78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weights: how strongly inputs connect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F1D75F-2EAF-4AD1-907E-761B7ED7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67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7A5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7A59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ABA298B-4A65-4F1E-9CC7-F4108632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bias: shifts the decision boundary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241BED-3BD3-49C7-A222-247D9A67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σ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E8BE1E-291C-42B7-97C5-13F509F3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958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activation: adds non-linearity</a:t>
            </a:r>
          </a:p>
        </p:txBody>
      </p:sp>
    </p:spTree>
    <p:extLst>
      <p:ext uri="{BB962C8B-B14F-4D97-AF65-F5344CB8AC3E}">
        <p14:creationId xmlns:p14="http://schemas.microsoft.com/office/powerpoint/2010/main" val="8738259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B5E03-E830-487E-9D0F-F976CAC5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A4D382F8-B222-4946-AB9A-8F5FE9D2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226D6DB7-4098-435F-B787-2F3E4FFE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LEARNING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62943-E779-4403-9327-0557B18D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022A4-923A-4710-A560-F08B2F03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1A1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1B5"/>
                </a:solidFill>
                <a:latin typeface="Aptos"/>
                <a:ea typeface="Aptos"/>
                <a:cs typeface="Aptos"/>
              </a:rPr>
              <a:t>Neural networks /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42B84-1BAC-467F-B28B-479E0DF5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28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Training is an engineering feedback loop: predict, measure error, update.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74B86-C0CD-48F2-B33B-34A29D0C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Backpropagation sounds abstract, but the mindset is familiar: compare expected and actual performance, then tune the system to reduce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16411-94ED-42DA-BEF7-B081F70F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F"/>
          </a:solidFill>
          <a:ln xmlns:a="http://schemas.openxmlformats.org/drawingml/2006/main" w="9525">
            <a:solidFill>
              <a:srgbClr val="111D2F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1</a:t>
            </a:r>
          </a:p>
          <a:p xmlns:a="http://schemas.openxmlformats.org/drawingml/2006/main">
            <a:pPr algn="ctr">
              <a:defRPr sz="127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CB07B-0549-49EC-8FE6-4B4A8A1B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calculate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BC2EB-EA8D-4EE8-8A1C-8BCB4A4B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17263B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3</a:t>
            </a:r>
          </a:p>
          <a:p xmlns:a="http://schemas.openxmlformats.org/drawingml/2006/main">
            <a:pPr algn="ctr">
              <a:defRPr sz="127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backpropagate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C7D0B-DB65-4A88-9FC7-6B44FD6C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4</a:t>
            </a:r>
          </a:p>
          <a:p xmlns:a="http://schemas.openxmlformats.org/drawingml/2006/main">
            <a:pPr algn="ctr">
              <a:defRPr sz="12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update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FBCA0-C68A-4FA8-A78A-24A092BC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766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F72DD-E1E8-4A6A-9EA0-F58B022C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73372-7997-484F-A245-C9C005EE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291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AB3EC-482E-4569-BDDE-C2F79B15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291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6C1BC-F2CE-4E4B-8039-B4DED1B2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forward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A9290-4232-4D43-8374-C5F240D1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14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7A5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7A59"/>
                </a:solidFill>
                <a:latin typeface="Aptos Mono"/>
                <a:ea typeface="Aptos Mono"/>
                <a:cs typeface="Aptos Mono"/>
              </a:rPr>
              <a:t>gradient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E15B7-8342-441D-8B89-2BF56CC9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62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rPr>
              <a:t>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1F7B0-37E7-4E74-B57A-0381C0DC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loss falls as feedback improves the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9DAAE-1E33-4114-AB49-0ED9381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CCDCD-08F6-4786-83F8-B02F4CD9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19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D64EF-264B-4F67-89A6-B165364F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266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9B79B-7EA4-41F6-B9F2-499D19CB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66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0D01B-5F6A-4F10-8518-D71C1AE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48100"/>
            <a:ext cx="266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233BF-CEE7-4A71-BA75-9B339CC4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57650"/>
            <a:ext cx="266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6633C-E298-4419-B607-37C85EAD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100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998D40-89D9-4F5F-BDD2-642BAA5B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862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5ADF6D-17D8-4D76-9C41-4060E80B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rPr>
              <a:t>epochs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B977E-3CDC-4F51-8477-E1EA81E4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1A1B5"/>
                </a:solidFill>
                <a:latin typeface="Aptos Mono"/>
                <a:ea typeface="Aptos Mono"/>
                <a:cs typeface="Aptos Mono"/>
              </a:rPr>
              <a:t>error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09ACE0-60D3-4373-B1D4-197CFEE7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95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E38B7-E811-428C-A113-89860C2D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The goal is not perfection; it is generalisation to new examples.</a:t>
            </a:r>
          </a:p>
        </p:txBody>
      </p:sp>
    </p:spTree>
    <p:extLst>
      <p:ext uri="{BB962C8B-B14F-4D97-AF65-F5344CB8AC3E}">
        <p14:creationId xmlns:p14="http://schemas.microsoft.com/office/powerpoint/2010/main" val="14418932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0513A-54F5-44D3-97C2-C47254FF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8EE2095C-0ABD-4E4B-8EA0-8D636F78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7B6168A-BD4D-4E87-BAA2-42868354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USE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D6822-851E-4FA8-A87C-802D988E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DE338-9828-4A61-848F-C5B7717A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1A1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1B5"/>
                </a:solidFill>
                <a:latin typeface="Aptos"/>
                <a:ea typeface="Aptos"/>
                <a:cs typeface="Aptos"/>
              </a:rPr>
              <a:t>Neural networks /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CC497-0070-4FE3-B46F-12F26ACF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You might wonder: what are neural networks actually used for?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BA9AB-9984-42A5-8C92-27EB4247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They are useful when the input is too complex for hand-written rules, but there is enough data for the model to learn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A32E4-AF0C-48CA-9507-4369A7CB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Autonomy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06EA6-204B-4406-A0E4-E32D77A4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384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Tesla-style self-driving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69644-166E-4552-A89A-D2B8E82C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67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cameras / radar / lidar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B7B4D-4F20-46D4-9A10-8C9E641B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051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0A8D2-36AB-4327-A59A-6BE15A55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lanes, objects, motion prediction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3EDCD-6B07-488E-B674-CD25AD7E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69053-D040-4124-ACD6-6527E85F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B9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16685-59F5-4D49-8D40-866E3943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623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ChatGPT-style models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AF9D1-0A1E-4818-93BE-90AC2249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90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text tokens +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3DBB5-B4D3-4C02-8AFF-B9E4B30A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ABA1F-A702-47B0-A3B5-355B235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summaries, answers, code, reasoning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3695E-BD67-4BBF-AC6C-67E46A6D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B91A4-355F-400A-B0E2-9DE2F03E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6CA8A-27D9-4842-AE54-13B07A58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862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image recognition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3AF39-15A7-4813-9600-1E87AE7B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14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photos, scans, site images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3C757-613D-460D-8A43-96AD6F76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529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E6D89-D17E-4EB1-AC9F-856616F4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classify, detect, inspect defects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DE0D2-2AC4-4952-AA93-BF94E2EC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4B8A9-1530-4614-A981-E3E3C564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ECDD7F-BD10-4ED6-AC03-87418B6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10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forecasting + monitoring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D06CA-92FC-41CA-86F5-142D2AAC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38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sensor streams / simulations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46BD4F-2CD5-497C-8858-A53A3E1D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76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F421C1-1059-48DE-B2B3-266D5658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244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risk, anomalies, optimisation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FEF48-8253-40A1-BFE8-02D7DFEF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DF3D17-4975-4BF5-920B-7F51AB5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That is why they matter: the same core idea can understand roads, language, images, and engineering systems.</a:t>
            </a:r>
          </a:p>
        </p:txBody>
      </p:sp>
    </p:spTree>
    <p:extLst>
      <p:ext uri="{BB962C8B-B14F-4D97-AF65-F5344CB8AC3E}">
        <p14:creationId xmlns:p14="http://schemas.microsoft.com/office/powerpoint/2010/main" val="14038255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CED0FB-4403-4A91-86C0-E93B4C11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65176EF3-D843-4B95-9EB0-E96A5E09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43003106-1CB9-4F3F-85F6-E2BE69AA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DELIVERY MINDSET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D66B5-C511-4367-B7DB-442F5F3D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23018-18EC-4155-B39F-6488302E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1A1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1B5"/>
                </a:solidFill>
                <a:latin typeface="Aptos"/>
                <a:ea typeface="Aptos"/>
                <a:cs typeface="Aptos"/>
              </a:rPr>
              <a:t>Neural networks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B35FB-15D4-4C84-9FE7-BBA99C3D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A model is only useful when it is validated, explainable enough, and monitored.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F6A6F-D1D7-4955-80E1-BC972DF6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My interest in neural networks is not just building models. It is building systems that can be trusted in an engineering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411B1-8307-439C-BA77-F4DDCD9A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F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representative, labelled,</a:t>
            </a:r>
          </a:p>
          <a:p xmlns:a="http://schemas.openxmlformats.org/drawingml/2006/main">
            <a:pPr algn="ctr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checked for bias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B6FB9-E03E-45FA-8DBF-C943C8EC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data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84A43-94BA-4424-AB27-FE1E9DF5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576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BC56E-A8A1-4CD1-9108-4112923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43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F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test on unseen data,</a:t>
            </a:r>
          </a:p>
          <a:p xmlns:a="http://schemas.openxmlformats.org/drawingml/2006/main">
            <a:pPr algn="ctr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measure failure modes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BA041-B251-4F1A-8E97-0DA3FF45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81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model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10BD1-57A6-41DB-AF97-E478B102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6576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C05AD-276C-4F58-A004-3D9931F6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F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explain enough to support</a:t>
            </a:r>
          </a:p>
          <a:p xmlns:a="http://schemas.openxmlformats.org/drawingml/2006/main">
            <a:pPr algn="ctr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engineering decisions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1126E-F720-430E-ADC2-6455B15C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DD3D8"/>
                </a:solidFill>
                <a:latin typeface="Aptos Mono"/>
                <a:ea typeface="Aptos Mono"/>
                <a:cs typeface="Aptos Mono"/>
              </a:rPr>
              <a:t>human judgement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0243D-C03E-4ECB-B48E-009CE2F4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4C4B3-AFB8-45CB-AD9A-A71E2BF9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43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B96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track drift, feedback,</a:t>
            </a:r>
          </a:p>
          <a:p xmlns:a="http://schemas.openxmlformats.org/drawingml/2006/main">
            <a:pPr algn="ctr">
              <a:defRPr sz="1275" b="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F"/>
                </a:solidFill>
                <a:latin typeface="Aptos"/>
                <a:ea typeface="Aptos"/>
                <a:cs typeface="Aptos"/>
              </a:rPr>
              <a:t>and real-world outcomes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7F69B-82DA-4A18-B3FB-17562FE3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81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7A5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7A59"/>
                </a:solidFill>
                <a:latin typeface="Aptos Mono"/>
                <a:ea typeface="Aptos Mono"/>
                <a:cs typeface="Aptos Mono"/>
              </a:rPr>
              <a:t>deployment 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A6898-F790-4050-B2BC-E69D5849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952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D8"/>
          </a:solidFill>
          <a:ln xmlns:a="http://schemas.openxmlformats.org/drawingml/2006/main" w="9525">
            <a:solidFill>
              <a:srgbClr val="4DD3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3E4BC-120F-4487-A6ED-AC6CCE1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me, neural networks are exciting because they combine mathematics, software, data, and real-world judgement - exactly the kind of multidisciplinary thinking I want to grow as an engineer.</a:t>
            </a:r>
          </a:p>
        </p:txBody>
      </p:sp>
    </p:spTree>
    <p:extLst>
      <p:ext uri="{BB962C8B-B14F-4D97-AF65-F5344CB8AC3E}">
        <p14:creationId xmlns:p14="http://schemas.microsoft.com/office/powerpoint/2010/main" val="242152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2026-06-02T03:44:30.6240000Z</dcterms:created>
  <dcterms:modified xsi:type="dcterms:W3CDTF">2026-06-02T03:44:30.6240000Z</dcterms:modified>
</coreProperties>
</file>